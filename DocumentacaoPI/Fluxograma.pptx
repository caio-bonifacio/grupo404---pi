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1496-2C90-4958-B9F6-391A2AD7BB4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44A8-6739-47C3-A21D-0796FBBE4F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7087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1496-2C90-4958-B9F6-391A2AD7BB4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44A8-6739-47C3-A21D-0796FBBE4F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1662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1496-2C90-4958-B9F6-391A2AD7BB4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44A8-6739-47C3-A21D-0796FBBE4F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8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1496-2C90-4958-B9F6-391A2AD7BB4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44A8-6739-47C3-A21D-0796FBBE4F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059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1496-2C90-4958-B9F6-391A2AD7BB4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44A8-6739-47C3-A21D-0796FBBE4F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5707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1496-2C90-4958-B9F6-391A2AD7BB4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44A8-6739-47C3-A21D-0796FBBE4F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30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1496-2C90-4958-B9F6-391A2AD7BB4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44A8-6739-47C3-A21D-0796FBBE4F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793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1496-2C90-4958-B9F6-391A2AD7BB4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44A8-6739-47C3-A21D-0796FBBE4F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966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1496-2C90-4958-B9F6-391A2AD7BB4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44A8-6739-47C3-A21D-0796FBBE4F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1649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1496-2C90-4958-B9F6-391A2AD7BB4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44A8-6739-47C3-A21D-0796FBBE4F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78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1496-2C90-4958-B9F6-391A2AD7BB4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44A8-6739-47C3-A21D-0796FBBE4F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173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91496-2C90-4958-B9F6-391A2AD7BB4A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644A8-6739-47C3-A21D-0796FBBE4F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1452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5" y="399972"/>
            <a:ext cx="11228440" cy="645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80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50" y="127818"/>
            <a:ext cx="11559217" cy="658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950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ANTONIO PAULOS CABRAL</dc:creator>
  <cp:lastModifiedBy>ANTONIO PAULOS CABRAL</cp:lastModifiedBy>
  <cp:revision>2</cp:revision>
  <dcterms:created xsi:type="dcterms:W3CDTF">2026-06-12T14:22:58Z</dcterms:created>
  <dcterms:modified xsi:type="dcterms:W3CDTF">2026-06-12T14:24:01Z</dcterms:modified>
</cp:coreProperties>
</file>